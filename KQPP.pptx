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A9A7"/>
    <a:srgbClr val="6584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3D76-E723-4FC3-B486-917D36C6DEF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4630-32D8-424D-A97F-973C5FB5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21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3D76-E723-4FC3-B486-917D36C6DEF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4630-32D8-424D-A97F-973C5FB5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90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3D76-E723-4FC3-B486-917D36C6DEF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4630-32D8-424D-A97F-973C5FB5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81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3D76-E723-4FC3-B486-917D36C6DEF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4630-32D8-424D-A97F-973C5FB5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92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3D76-E723-4FC3-B486-917D36C6DEF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4630-32D8-424D-A97F-973C5FB5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1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3D76-E723-4FC3-B486-917D36C6DEF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4630-32D8-424D-A97F-973C5FB5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26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3D76-E723-4FC3-B486-917D36C6DEF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4630-32D8-424D-A97F-973C5FB5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52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3D76-E723-4FC3-B486-917D36C6DEF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4630-32D8-424D-A97F-973C5FB5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99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3D76-E723-4FC3-B486-917D36C6DEF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4630-32D8-424D-A97F-973C5FB5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3D76-E723-4FC3-B486-917D36C6DEF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4630-32D8-424D-A97F-973C5FB5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59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3D76-E723-4FC3-B486-917D36C6DEF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4630-32D8-424D-A97F-973C5FB5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99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13D76-E723-4FC3-B486-917D36C6DEF7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A4630-32D8-424D-A97F-973C5FB52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641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8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8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2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8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8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title="Circling Molecule">
            <a:hlinkClick r:id="" action="ppaction://media"/>
            <a:extLst>
              <a:ext uri="{FF2B5EF4-FFF2-40B4-BE49-F238E27FC236}">
                <a16:creationId xmlns:a16="http://schemas.microsoft.com/office/drawing/2014/main" id="{2B5069E7-ECA3-AA18-4AF1-8F65FE4527A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89" r="7125" b="42121"/>
          <a:stretch>
            <a:fillRect/>
          </a:stretch>
        </p:blipFill>
        <p:spPr>
          <a:xfrm>
            <a:off x="505689" y="1786468"/>
            <a:ext cx="11300193" cy="3969325"/>
          </a:xfrm>
          <a:custGeom>
            <a:avLst/>
            <a:gdLst/>
            <a:ahLst/>
            <a:cxnLst/>
            <a:rect l="l" t="t" r="r" b="b"/>
            <a:pathLst>
              <a:path w="11300193" h="3969325">
                <a:moveTo>
                  <a:pt x="9703672" y="573834"/>
                </a:moveTo>
                <a:lnTo>
                  <a:pt x="9703672" y="1698831"/>
                </a:lnTo>
                <a:lnTo>
                  <a:pt x="10006063" y="1698831"/>
                </a:lnTo>
                <a:cubicBezTo>
                  <a:pt x="10113693" y="1698831"/>
                  <a:pt x="10203814" y="1684309"/>
                  <a:pt x="10276421" y="1655266"/>
                </a:cubicBezTo>
                <a:cubicBezTo>
                  <a:pt x="10349029" y="1626223"/>
                  <a:pt x="10408396" y="1585648"/>
                  <a:pt x="10454524" y="1533541"/>
                </a:cubicBezTo>
                <a:cubicBezTo>
                  <a:pt x="10500651" y="1481434"/>
                  <a:pt x="10535675" y="1419077"/>
                  <a:pt x="10559592" y="1346468"/>
                </a:cubicBezTo>
                <a:cubicBezTo>
                  <a:pt x="10583510" y="1273860"/>
                  <a:pt x="10595469" y="1194846"/>
                  <a:pt x="10595469" y="1109425"/>
                </a:cubicBezTo>
                <a:cubicBezTo>
                  <a:pt x="10595469" y="993252"/>
                  <a:pt x="10574968" y="897580"/>
                  <a:pt x="10533966" y="822410"/>
                </a:cubicBezTo>
                <a:cubicBezTo>
                  <a:pt x="10492963" y="747239"/>
                  <a:pt x="10442565" y="691715"/>
                  <a:pt x="10382770" y="655838"/>
                </a:cubicBezTo>
                <a:cubicBezTo>
                  <a:pt x="10322976" y="619962"/>
                  <a:pt x="10260192" y="597325"/>
                  <a:pt x="10194416" y="587929"/>
                </a:cubicBezTo>
                <a:cubicBezTo>
                  <a:pt x="10128643" y="578532"/>
                  <a:pt x="10060733" y="573834"/>
                  <a:pt x="9990687" y="573834"/>
                </a:cubicBezTo>
                <a:close/>
                <a:moveTo>
                  <a:pt x="6912847" y="573834"/>
                </a:moveTo>
                <a:lnTo>
                  <a:pt x="6912847" y="1698831"/>
                </a:lnTo>
                <a:lnTo>
                  <a:pt x="7215238" y="1698831"/>
                </a:lnTo>
                <a:cubicBezTo>
                  <a:pt x="7322869" y="1698831"/>
                  <a:pt x="7412988" y="1684309"/>
                  <a:pt x="7485596" y="1655266"/>
                </a:cubicBezTo>
                <a:cubicBezTo>
                  <a:pt x="7558204" y="1626223"/>
                  <a:pt x="7617572" y="1585648"/>
                  <a:pt x="7663699" y="1533541"/>
                </a:cubicBezTo>
                <a:cubicBezTo>
                  <a:pt x="7709827" y="1481434"/>
                  <a:pt x="7744849" y="1419077"/>
                  <a:pt x="7768767" y="1346468"/>
                </a:cubicBezTo>
                <a:cubicBezTo>
                  <a:pt x="7792685" y="1273860"/>
                  <a:pt x="7804644" y="1194846"/>
                  <a:pt x="7804644" y="1109425"/>
                </a:cubicBezTo>
                <a:cubicBezTo>
                  <a:pt x="7804644" y="993252"/>
                  <a:pt x="7784143" y="897580"/>
                  <a:pt x="7743141" y="822410"/>
                </a:cubicBezTo>
                <a:cubicBezTo>
                  <a:pt x="7702139" y="747239"/>
                  <a:pt x="7651740" y="691715"/>
                  <a:pt x="7591945" y="655838"/>
                </a:cubicBezTo>
                <a:cubicBezTo>
                  <a:pt x="7532150" y="619962"/>
                  <a:pt x="7469366" y="597325"/>
                  <a:pt x="7403592" y="587929"/>
                </a:cubicBezTo>
                <a:cubicBezTo>
                  <a:pt x="7337817" y="578532"/>
                  <a:pt x="7269907" y="573834"/>
                  <a:pt x="7199862" y="573834"/>
                </a:cubicBezTo>
                <a:close/>
                <a:moveTo>
                  <a:pt x="4060687" y="548208"/>
                </a:moveTo>
                <a:cubicBezTo>
                  <a:pt x="3894970" y="548208"/>
                  <a:pt x="3756588" y="578959"/>
                  <a:pt x="3645540" y="640463"/>
                </a:cubicBezTo>
                <a:cubicBezTo>
                  <a:pt x="3534492" y="701966"/>
                  <a:pt x="3444801" y="784824"/>
                  <a:pt x="3376464" y="889038"/>
                </a:cubicBezTo>
                <a:cubicBezTo>
                  <a:pt x="3308127" y="993252"/>
                  <a:pt x="3259864" y="1114977"/>
                  <a:pt x="3231674" y="1254214"/>
                </a:cubicBezTo>
                <a:cubicBezTo>
                  <a:pt x="3203486" y="1393450"/>
                  <a:pt x="3189392" y="1539947"/>
                  <a:pt x="3189392" y="1693705"/>
                </a:cubicBezTo>
                <a:cubicBezTo>
                  <a:pt x="3189392" y="1876507"/>
                  <a:pt x="3203058" y="2040515"/>
                  <a:pt x="3230393" y="2185731"/>
                </a:cubicBezTo>
                <a:cubicBezTo>
                  <a:pt x="3257728" y="2330947"/>
                  <a:pt x="3303856" y="2454808"/>
                  <a:pt x="3368775" y="2557313"/>
                </a:cubicBezTo>
                <a:cubicBezTo>
                  <a:pt x="3433696" y="2659818"/>
                  <a:pt x="3520826" y="2737979"/>
                  <a:pt x="3630165" y="2791794"/>
                </a:cubicBezTo>
                <a:cubicBezTo>
                  <a:pt x="3739503" y="2845609"/>
                  <a:pt x="3877032" y="2872517"/>
                  <a:pt x="4042749" y="2872517"/>
                </a:cubicBezTo>
                <a:cubicBezTo>
                  <a:pt x="4208466" y="2872517"/>
                  <a:pt x="4346847" y="2841765"/>
                  <a:pt x="4457895" y="2780262"/>
                </a:cubicBezTo>
                <a:cubicBezTo>
                  <a:pt x="4568943" y="2718759"/>
                  <a:pt x="4658635" y="2635046"/>
                  <a:pt x="4726971" y="2529124"/>
                </a:cubicBezTo>
                <a:cubicBezTo>
                  <a:pt x="4795308" y="2423202"/>
                  <a:pt x="4843571" y="2299341"/>
                  <a:pt x="4871760" y="2157542"/>
                </a:cubicBezTo>
                <a:cubicBezTo>
                  <a:pt x="4899950" y="2015743"/>
                  <a:pt x="4914044" y="1864548"/>
                  <a:pt x="4914044" y="1703956"/>
                </a:cubicBezTo>
                <a:cubicBezTo>
                  <a:pt x="4914044" y="1531405"/>
                  <a:pt x="4900376" y="1374230"/>
                  <a:pt x="4873042" y="1232432"/>
                </a:cubicBezTo>
                <a:cubicBezTo>
                  <a:pt x="4845707" y="1090632"/>
                  <a:pt x="4799152" y="968907"/>
                  <a:pt x="4733378" y="867256"/>
                </a:cubicBezTo>
                <a:cubicBezTo>
                  <a:pt x="4667604" y="765604"/>
                  <a:pt x="4580047" y="687017"/>
                  <a:pt x="4470709" y="631493"/>
                </a:cubicBezTo>
                <a:cubicBezTo>
                  <a:pt x="4361369" y="575970"/>
                  <a:pt x="4224696" y="548208"/>
                  <a:pt x="4060687" y="548208"/>
                </a:cubicBezTo>
                <a:close/>
                <a:moveTo>
                  <a:pt x="9257774" y="53619"/>
                </a:moveTo>
                <a:lnTo>
                  <a:pt x="10039377" y="53619"/>
                </a:lnTo>
                <a:cubicBezTo>
                  <a:pt x="10117964" y="53619"/>
                  <a:pt x="10192708" y="56609"/>
                  <a:pt x="10263608" y="62589"/>
                </a:cubicBezTo>
                <a:cubicBezTo>
                  <a:pt x="10334508" y="68568"/>
                  <a:pt x="10419502" y="81381"/>
                  <a:pt x="10518590" y="101028"/>
                </a:cubicBezTo>
                <a:cubicBezTo>
                  <a:pt x="10617679" y="120675"/>
                  <a:pt x="10718048" y="156979"/>
                  <a:pt x="10819699" y="209940"/>
                </a:cubicBezTo>
                <a:cubicBezTo>
                  <a:pt x="10921351" y="262901"/>
                  <a:pt x="11008053" y="329957"/>
                  <a:pt x="11079807" y="411107"/>
                </a:cubicBezTo>
                <a:cubicBezTo>
                  <a:pt x="11151560" y="492257"/>
                  <a:pt x="11206230" y="587074"/>
                  <a:pt x="11243815" y="695559"/>
                </a:cubicBezTo>
                <a:cubicBezTo>
                  <a:pt x="11281401" y="804044"/>
                  <a:pt x="11300193" y="925769"/>
                  <a:pt x="11300193" y="1060735"/>
                </a:cubicBezTo>
                <a:cubicBezTo>
                  <a:pt x="11300193" y="1246953"/>
                  <a:pt x="11271151" y="1411815"/>
                  <a:pt x="11213064" y="1555323"/>
                </a:cubicBezTo>
                <a:cubicBezTo>
                  <a:pt x="11154978" y="1698831"/>
                  <a:pt x="11070411" y="1819702"/>
                  <a:pt x="10959363" y="1917936"/>
                </a:cubicBezTo>
                <a:cubicBezTo>
                  <a:pt x="10848316" y="2016170"/>
                  <a:pt x="10712069" y="2090914"/>
                  <a:pt x="10550623" y="2142166"/>
                </a:cubicBezTo>
                <a:cubicBezTo>
                  <a:pt x="10389177" y="2193419"/>
                  <a:pt x="10199115" y="2219045"/>
                  <a:pt x="9980437" y="2219045"/>
                </a:cubicBezTo>
                <a:lnTo>
                  <a:pt x="9703672" y="2219045"/>
                </a:lnTo>
                <a:lnTo>
                  <a:pt x="9703672" y="3277413"/>
                </a:lnTo>
                <a:cubicBezTo>
                  <a:pt x="9703672" y="3294498"/>
                  <a:pt x="9698120" y="3309874"/>
                  <a:pt x="9687015" y="3323541"/>
                </a:cubicBezTo>
                <a:cubicBezTo>
                  <a:pt x="9675910" y="3337208"/>
                  <a:pt x="9657545" y="3348313"/>
                  <a:pt x="9631918" y="3356855"/>
                </a:cubicBezTo>
                <a:cubicBezTo>
                  <a:pt x="9606292" y="3365397"/>
                  <a:pt x="9572123" y="3372231"/>
                  <a:pt x="9529413" y="3377356"/>
                </a:cubicBezTo>
                <a:cubicBezTo>
                  <a:pt x="9486703" y="3382481"/>
                  <a:pt x="9432033" y="3385044"/>
                  <a:pt x="9365404" y="3385044"/>
                </a:cubicBezTo>
                <a:cubicBezTo>
                  <a:pt x="9300484" y="3385044"/>
                  <a:pt x="9246242" y="3382481"/>
                  <a:pt x="9202677" y="3377356"/>
                </a:cubicBezTo>
                <a:cubicBezTo>
                  <a:pt x="9159112" y="3372231"/>
                  <a:pt x="9124517" y="3365397"/>
                  <a:pt x="9098890" y="3356855"/>
                </a:cubicBezTo>
                <a:cubicBezTo>
                  <a:pt x="9073264" y="3348313"/>
                  <a:pt x="9055326" y="3337208"/>
                  <a:pt x="9045075" y="3323541"/>
                </a:cubicBezTo>
                <a:cubicBezTo>
                  <a:pt x="9034824" y="3309874"/>
                  <a:pt x="9029699" y="3294498"/>
                  <a:pt x="9029699" y="3277413"/>
                </a:cubicBezTo>
                <a:lnTo>
                  <a:pt x="9029699" y="294507"/>
                </a:lnTo>
                <a:cubicBezTo>
                  <a:pt x="9029699" y="214211"/>
                  <a:pt x="9050627" y="153989"/>
                  <a:pt x="9092484" y="113841"/>
                </a:cubicBezTo>
                <a:cubicBezTo>
                  <a:pt x="9134340" y="73693"/>
                  <a:pt x="9189437" y="53619"/>
                  <a:pt x="9257774" y="53619"/>
                </a:cubicBezTo>
                <a:close/>
                <a:moveTo>
                  <a:pt x="6466949" y="53619"/>
                </a:moveTo>
                <a:lnTo>
                  <a:pt x="7248552" y="53619"/>
                </a:lnTo>
                <a:cubicBezTo>
                  <a:pt x="7327139" y="53619"/>
                  <a:pt x="7401883" y="56609"/>
                  <a:pt x="7472783" y="62589"/>
                </a:cubicBezTo>
                <a:cubicBezTo>
                  <a:pt x="7543682" y="68568"/>
                  <a:pt x="7628676" y="81381"/>
                  <a:pt x="7727765" y="101028"/>
                </a:cubicBezTo>
                <a:cubicBezTo>
                  <a:pt x="7826853" y="120675"/>
                  <a:pt x="7927223" y="156979"/>
                  <a:pt x="8028874" y="209940"/>
                </a:cubicBezTo>
                <a:cubicBezTo>
                  <a:pt x="8130525" y="262901"/>
                  <a:pt x="8217228" y="329957"/>
                  <a:pt x="8288982" y="411107"/>
                </a:cubicBezTo>
                <a:cubicBezTo>
                  <a:pt x="8360735" y="492257"/>
                  <a:pt x="8415405" y="587074"/>
                  <a:pt x="8452990" y="695559"/>
                </a:cubicBezTo>
                <a:cubicBezTo>
                  <a:pt x="8490575" y="804044"/>
                  <a:pt x="8509368" y="925769"/>
                  <a:pt x="8509368" y="1060735"/>
                </a:cubicBezTo>
                <a:cubicBezTo>
                  <a:pt x="8509368" y="1246953"/>
                  <a:pt x="8480325" y="1411815"/>
                  <a:pt x="8422239" y="1555323"/>
                </a:cubicBezTo>
                <a:cubicBezTo>
                  <a:pt x="8364152" y="1698831"/>
                  <a:pt x="8279585" y="1819702"/>
                  <a:pt x="8168538" y="1917936"/>
                </a:cubicBezTo>
                <a:cubicBezTo>
                  <a:pt x="8057490" y="2016170"/>
                  <a:pt x="7921244" y="2090914"/>
                  <a:pt x="7759798" y="2142166"/>
                </a:cubicBezTo>
                <a:cubicBezTo>
                  <a:pt x="7598352" y="2193419"/>
                  <a:pt x="7408290" y="2219045"/>
                  <a:pt x="7189612" y="2219045"/>
                </a:cubicBezTo>
                <a:lnTo>
                  <a:pt x="6912847" y="2219045"/>
                </a:lnTo>
                <a:lnTo>
                  <a:pt x="6912847" y="3277413"/>
                </a:lnTo>
                <a:cubicBezTo>
                  <a:pt x="6912847" y="3294498"/>
                  <a:pt x="6907295" y="3309874"/>
                  <a:pt x="6896190" y="3323541"/>
                </a:cubicBezTo>
                <a:cubicBezTo>
                  <a:pt x="6885085" y="3337208"/>
                  <a:pt x="6866720" y="3348313"/>
                  <a:pt x="6841094" y="3356855"/>
                </a:cubicBezTo>
                <a:cubicBezTo>
                  <a:pt x="6815467" y="3365397"/>
                  <a:pt x="6781298" y="3372231"/>
                  <a:pt x="6738588" y="3377356"/>
                </a:cubicBezTo>
                <a:cubicBezTo>
                  <a:pt x="6695877" y="3382481"/>
                  <a:pt x="6641208" y="3385044"/>
                  <a:pt x="6574580" y="3385044"/>
                </a:cubicBezTo>
                <a:cubicBezTo>
                  <a:pt x="6509659" y="3385044"/>
                  <a:pt x="6455417" y="3382481"/>
                  <a:pt x="6411852" y="3377356"/>
                </a:cubicBezTo>
                <a:cubicBezTo>
                  <a:pt x="6368287" y="3372231"/>
                  <a:pt x="6333692" y="3365397"/>
                  <a:pt x="6308066" y="3356855"/>
                </a:cubicBezTo>
                <a:cubicBezTo>
                  <a:pt x="6282439" y="3348313"/>
                  <a:pt x="6264501" y="3337208"/>
                  <a:pt x="6254250" y="3323541"/>
                </a:cubicBezTo>
                <a:cubicBezTo>
                  <a:pt x="6244000" y="3309874"/>
                  <a:pt x="6238874" y="3294498"/>
                  <a:pt x="6238874" y="3277413"/>
                </a:cubicBezTo>
                <a:lnTo>
                  <a:pt x="6238874" y="294507"/>
                </a:lnTo>
                <a:cubicBezTo>
                  <a:pt x="6238874" y="214211"/>
                  <a:pt x="6259802" y="153989"/>
                  <a:pt x="6301659" y="113841"/>
                </a:cubicBezTo>
                <a:cubicBezTo>
                  <a:pt x="6343515" y="73693"/>
                  <a:pt x="6398612" y="53619"/>
                  <a:pt x="6466949" y="53619"/>
                </a:cubicBezTo>
                <a:close/>
                <a:moveTo>
                  <a:pt x="338267" y="38244"/>
                </a:moveTo>
                <a:cubicBezTo>
                  <a:pt x="404896" y="38244"/>
                  <a:pt x="459565" y="40806"/>
                  <a:pt x="502276" y="45931"/>
                </a:cubicBezTo>
                <a:cubicBezTo>
                  <a:pt x="544987" y="51057"/>
                  <a:pt x="579155" y="57890"/>
                  <a:pt x="604781" y="66433"/>
                </a:cubicBezTo>
                <a:cubicBezTo>
                  <a:pt x="630408" y="74975"/>
                  <a:pt x="648346" y="86079"/>
                  <a:pt x="658597" y="99747"/>
                </a:cubicBezTo>
                <a:cubicBezTo>
                  <a:pt x="668847" y="113414"/>
                  <a:pt x="673973" y="129644"/>
                  <a:pt x="673973" y="148437"/>
                </a:cubicBezTo>
                <a:lnTo>
                  <a:pt x="673973" y="1560448"/>
                </a:lnTo>
                <a:lnTo>
                  <a:pt x="1645211" y="151000"/>
                </a:lnTo>
                <a:cubicBezTo>
                  <a:pt x="1657170" y="128790"/>
                  <a:pt x="1671692" y="110424"/>
                  <a:pt x="1688776" y="95903"/>
                </a:cubicBezTo>
                <a:cubicBezTo>
                  <a:pt x="1705860" y="81381"/>
                  <a:pt x="1728070" y="69850"/>
                  <a:pt x="1755404" y="61307"/>
                </a:cubicBezTo>
                <a:cubicBezTo>
                  <a:pt x="1782739" y="52765"/>
                  <a:pt x="1817762" y="46786"/>
                  <a:pt x="1860472" y="43369"/>
                </a:cubicBezTo>
                <a:cubicBezTo>
                  <a:pt x="1903183" y="39952"/>
                  <a:pt x="1957853" y="38244"/>
                  <a:pt x="2024481" y="38244"/>
                </a:cubicBezTo>
                <a:cubicBezTo>
                  <a:pt x="2092818" y="38244"/>
                  <a:pt x="2149196" y="40806"/>
                  <a:pt x="2193615" y="45931"/>
                </a:cubicBezTo>
                <a:cubicBezTo>
                  <a:pt x="2238034" y="51057"/>
                  <a:pt x="2273484" y="58318"/>
                  <a:pt x="2299964" y="67714"/>
                </a:cubicBezTo>
                <a:cubicBezTo>
                  <a:pt x="2326445" y="77110"/>
                  <a:pt x="2344811" y="88642"/>
                  <a:pt x="2355061" y="102310"/>
                </a:cubicBezTo>
                <a:cubicBezTo>
                  <a:pt x="2365311" y="115977"/>
                  <a:pt x="2370437" y="131353"/>
                  <a:pt x="2370437" y="148437"/>
                </a:cubicBezTo>
                <a:cubicBezTo>
                  <a:pt x="2370437" y="177480"/>
                  <a:pt x="2362749" y="207378"/>
                  <a:pt x="2347373" y="238129"/>
                </a:cubicBezTo>
                <a:cubicBezTo>
                  <a:pt x="2331997" y="268881"/>
                  <a:pt x="2302954" y="317571"/>
                  <a:pt x="2260244" y="384199"/>
                </a:cubicBezTo>
                <a:lnTo>
                  <a:pt x="1350508" y="1575825"/>
                </a:lnTo>
                <a:lnTo>
                  <a:pt x="2342248" y="3074965"/>
                </a:lnTo>
                <a:cubicBezTo>
                  <a:pt x="2379833" y="3145011"/>
                  <a:pt x="2402470" y="3191565"/>
                  <a:pt x="2410157" y="3214629"/>
                </a:cubicBezTo>
                <a:cubicBezTo>
                  <a:pt x="2417846" y="3237692"/>
                  <a:pt x="2421690" y="3256058"/>
                  <a:pt x="2421690" y="3269725"/>
                </a:cubicBezTo>
                <a:cubicBezTo>
                  <a:pt x="2421690" y="3288518"/>
                  <a:pt x="2416991" y="3305176"/>
                  <a:pt x="2407595" y="3319697"/>
                </a:cubicBezTo>
                <a:cubicBezTo>
                  <a:pt x="2398199" y="3334219"/>
                  <a:pt x="2380260" y="3346177"/>
                  <a:pt x="2353779" y="3355574"/>
                </a:cubicBezTo>
                <a:cubicBezTo>
                  <a:pt x="2327299" y="3364970"/>
                  <a:pt x="2290995" y="3372231"/>
                  <a:pt x="2244868" y="3377356"/>
                </a:cubicBezTo>
                <a:cubicBezTo>
                  <a:pt x="2198740" y="3382481"/>
                  <a:pt x="2140654" y="3385044"/>
                  <a:pt x="2070608" y="3385044"/>
                </a:cubicBezTo>
                <a:cubicBezTo>
                  <a:pt x="1959561" y="3385044"/>
                  <a:pt x="1879692" y="3380773"/>
                  <a:pt x="1831002" y="3372231"/>
                </a:cubicBezTo>
                <a:cubicBezTo>
                  <a:pt x="1782312" y="3363689"/>
                  <a:pt x="1747290" y="3350876"/>
                  <a:pt x="1725934" y="3333791"/>
                </a:cubicBezTo>
                <a:cubicBezTo>
                  <a:pt x="1704579" y="3316707"/>
                  <a:pt x="1687922" y="3296206"/>
                  <a:pt x="1675963" y="3272288"/>
                </a:cubicBezTo>
                <a:lnTo>
                  <a:pt x="673973" y="1698831"/>
                </a:lnTo>
                <a:lnTo>
                  <a:pt x="673973" y="3272288"/>
                </a:lnTo>
                <a:cubicBezTo>
                  <a:pt x="673973" y="3291081"/>
                  <a:pt x="668847" y="3307311"/>
                  <a:pt x="658597" y="3320978"/>
                </a:cubicBezTo>
                <a:cubicBezTo>
                  <a:pt x="648346" y="3334646"/>
                  <a:pt x="630408" y="3346177"/>
                  <a:pt x="604781" y="3355574"/>
                </a:cubicBezTo>
                <a:cubicBezTo>
                  <a:pt x="579155" y="3364970"/>
                  <a:pt x="544987" y="3372231"/>
                  <a:pt x="502276" y="3377356"/>
                </a:cubicBezTo>
                <a:cubicBezTo>
                  <a:pt x="459565" y="3382481"/>
                  <a:pt x="404896" y="3385044"/>
                  <a:pt x="338267" y="3385044"/>
                </a:cubicBezTo>
                <a:cubicBezTo>
                  <a:pt x="273348" y="3385044"/>
                  <a:pt x="219105" y="3382481"/>
                  <a:pt x="175540" y="3377356"/>
                </a:cubicBezTo>
                <a:cubicBezTo>
                  <a:pt x="131975" y="3372231"/>
                  <a:pt x="97380" y="3364970"/>
                  <a:pt x="71754" y="3355574"/>
                </a:cubicBezTo>
                <a:cubicBezTo>
                  <a:pt x="46127" y="3346177"/>
                  <a:pt x="27762" y="3334646"/>
                  <a:pt x="16657" y="3320978"/>
                </a:cubicBezTo>
                <a:cubicBezTo>
                  <a:pt x="5552" y="3307311"/>
                  <a:pt x="0" y="3291081"/>
                  <a:pt x="0" y="3272288"/>
                </a:cubicBezTo>
                <a:lnTo>
                  <a:pt x="0" y="148437"/>
                </a:lnTo>
                <a:cubicBezTo>
                  <a:pt x="0" y="129644"/>
                  <a:pt x="5552" y="113414"/>
                  <a:pt x="16657" y="99747"/>
                </a:cubicBezTo>
                <a:cubicBezTo>
                  <a:pt x="27762" y="86079"/>
                  <a:pt x="46127" y="74975"/>
                  <a:pt x="71754" y="66433"/>
                </a:cubicBezTo>
                <a:cubicBezTo>
                  <a:pt x="97380" y="57890"/>
                  <a:pt x="131975" y="51057"/>
                  <a:pt x="175540" y="45931"/>
                </a:cubicBezTo>
                <a:cubicBezTo>
                  <a:pt x="219105" y="40806"/>
                  <a:pt x="273348" y="38244"/>
                  <a:pt x="338267" y="38244"/>
                </a:cubicBezTo>
                <a:close/>
                <a:moveTo>
                  <a:pt x="3948508" y="0"/>
                </a:moveTo>
                <a:lnTo>
                  <a:pt x="4237457" y="0"/>
                </a:lnTo>
                <a:lnTo>
                  <a:pt x="4264176" y="925"/>
                </a:lnTo>
                <a:cubicBezTo>
                  <a:pt x="4439236" y="13418"/>
                  <a:pt x="4598199" y="44650"/>
                  <a:pt x="4741066" y="94622"/>
                </a:cubicBezTo>
                <a:cubicBezTo>
                  <a:pt x="4931555" y="161250"/>
                  <a:pt x="5092147" y="263328"/>
                  <a:pt x="5222842" y="400856"/>
                </a:cubicBezTo>
                <a:cubicBezTo>
                  <a:pt x="5353536" y="538384"/>
                  <a:pt x="5452624" y="712217"/>
                  <a:pt x="5520107" y="922352"/>
                </a:cubicBezTo>
                <a:cubicBezTo>
                  <a:pt x="5587590" y="1132489"/>
                  <a:pt x="5621331" y="1381064"/>
                  <a:pt x="5621331" y="1668079"/>
                </a:cubicBezTo>
                <a:cubicBezTo>
                  <a:pt x="5621331" y="1816712"/>
                  <a:pt x="5611507" y="1956375"/>
                  <a:pt x="5591861" y="2087070"/>
                </a:cubicBezTo>
                <a:cubicBezTo>
                  <a:pt x="5572214" y="2217764"/>
                  <a:pt x="5543597" y="2338635"/>
                  <a:pt x="5506013" y="2449682"/>
                </a:cubicBezTo>
                <a:cubicBezTo>
                  <a:pt x="5468427" y="2560730"/>
                  <a:pt x="5422300" y="2662381"/>
                  <a:pt x="5367631" y="2754636"/>
                </a:cubicBezTo>
                <a:cubicBezTo>
                  <a:pt x="5312960" y="2846891"/>
                  <a:pt x="5250604" y="2928041"/>
                  <a:pt x="5180558" y="2998086"/>
                </a:cubicBezTo>
                <a:cubicBezTo>
                  <a:pt x="5286481" y="3090341"/>
                  <a:pt x="5380444" y="3160386"/>
                  <a:pt x="5462449" y="3208222"/>
                </a:cubicBezTo>
                <a:cubicBezTo>
                  <a:pt x="5544452" y="3256058"/>
                  <a:pt x="5613216" y="3291935"/>
                  <a:pt x="5668740" y="3315853"/>
                </a:cubicBezTo>
                <a:cubicBezTo>
                  <a:pt x="5724263" y="3339771"/>
                  <a:pt x="5768683" y="3357282"/>
                  <a:pt x="5801997" y="3368387"/>
                </a:cubicBezTo>
                <a:cubicBezTo>
                  <a:pt x="5835311" y="3379492"/>
                  <a:pt x="5861364" y="3394013"/>
                  <a:pt x="5880157" y="3411952"/>
                </a:cubicBezTo>
                <a:cubicBezTo>
                  <a:pt x="5898950" y="3429890"/>
                  <a:pt x="5912616" y="3460642"/>
                  <a:pt x="5921160" y="3504206"/>
                </a:cubicBezTo>
                <a:cubicBezTo>
                  <a:pt x="5929701" y="3547771"/>
                  <a:pt x="5933973" y="3607993"/>
                  <a:pt x="5933973" y="3684872"/>
                </a:cubicBezTo>
                <a:cubicBezTo>
                  <a:pt x="5933973" y="3746375"/>
                  <a:pt x="5930983" y="3795919"/>
                  <a:pt x="5925003" y="3833505"/>
                </a:cubicBezTo>
                <a:cubicBezTo>
                  <a:pt x="5919023" y="3871090"/>
                  <a:pt x="5910910" y="3900133"/>
                  <a:pt x="5900658" y="3920635"/>
                </a:cubicBezTo>
                <a:cubicBezTo>
                  <a:pt x="5890408" y="3941136"/>
                  <a:pt x="5879302" y="3954376"/>
                  <a:pt x="5867344" y="3960355"/>
                </a:cubicBezTo>
                <a:cubicBezTo>
                  <a:pt x="5855385" y="3966335"/>
                  <a:pt x="5842572" y="3969325"/>
                  <a:pt x="5828905" y="3969325"/>
                </a:cubicBezTo>
                <a:cubicBezTo>
                  <a:pt x="5772527" y="3969325"/>
                  <a:pt x="5698636" y="3953949"/>
                  <a:pt x="5607237" y="3923197"/>
                </a:cubicBezTo>
                <a:cubicBezTo>
                  <a:pt x="5515836" y="3892446"/>
                  <a:pt x="5417175" y="3848454"/>
                  <a:pt x="5311253" y="3791221"/>
                </a:cubicBezTo>
                <a:cubicBezTo>
                  <a:pt x="5205329" y="3733990"/>
                  <a:pt x="5097273" y="3663944"/>
                  <a:pt x="4987079" y="3581085"/>
                </a:cubicBezTo>
                <a:cubicBezTo>
                  <a:pt x="4876885" y="3498227"/>
                  <a:pt x="4774807" y="3402982"/>
                  <a:pt x="4680844" y="3295352"/>
                </a:cubicBezTo>
                <a:cubicBezTo>
                  <a:pt x="4602257" y="3331229"/>
                  <a:pt x="4507012" y="3362408"/>
                  <a:pt x="4395111" y="3388888"/>
                </a:cubicBezTo>
                <a:cubicBezTo>
                  <a:pt x="4283209" y="3415369"/>
                  <a:pt x="4158921" y="3428609"/>
                  <a:pt x="4022247" y="3428609"/>
                </a:cubicBezTo>
                <a:cubicBezTo>
                  <a:pt x="3764275" y="3428609"/>
                  <a:pt x="3539191" y="3395722"/>
                  <a:pt x="3346993" y="3329947"/>
                </a:cubicBezTo>
                <a:cubicBezTo>
                  <a:pt x="3154796" y="3264173"/>
                  <a:pt x="2994631" y="3162095"/>
                  <a:pt x="2866500" y="3023713"/>
                </a:cubicBezTo>
                <a:cubicBezTo>
                  <a:pt x="2738368" y="2885330"/>
                  <a:pt x="2642269" y="2708936"/>
                  <a:pt x="2578203" y="2494528"/>
                </a:cubicBezTo>
                <a:cubicBezTo>
                  <a:pt x="2514137" y="2280122"/>
                  <a:pt x="2482104" y="2025139"/>
                  <a:pt x="2482104" y="1729582"/>
                </a:cubicBezTo>
                <a:cubicBezTo>
                  <a:pt x="2482104" y="1461360"/>
                  <a:pt x="2516273" y="1220045"/>
                  <a:pt x="2584610" y="1005638"/>
                </a:cubicBezTo>
                <a:cubicBezTo>
                  <a:pt x="2652947" y="791231"/>
                  <a:pt x="2754598" y="609284"/>
                  <a:pt x="2889563" y="459797"/>
                </a:cubicBezTo>
                <a:cubicBezTo>
                  <a:pt x="3024529" y="310310"/>
                  <a:pt x="3191527" y="195419"/>
                  <a:pt x="3390558" y="115123"/>
                </a:cubicBezTo>
                <a:cubicBezTo>
                  <a:pt x="3539831" y="54901"/>
                  <a:pt x="3707124" y="17262"/>
                  <a:pt x="3892434" y="220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68840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3">
            <a:extLst>
              <a:ext uri="{FF2B5EF4-FFF2-40B4-BE49-F238E27FC236}">
                <a16:creationId xmlns:a16="http://schemas.microsoft.com/office/drawing/2014/main" id="{1385534A-3964-5DF3-3810-F999D513D63D}"/>
              </a:ext>
            </a:extLst>
          </p:cNvPr>
          <p:cNvSpPr/>
          <p:nvPr/>
        </p:nvSpPr>
        <p:spPr>
          <a:xfrm>
            <a:off x="-9499240" y="-9205592"/>
            <a:ext cx="22962322" cy="20466995"/>
          </a:xfrm>
          <a:prstGeom prst="frame">
            <a:avLst>
              <a:gd name="adj1" fmla="val 473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888DA-4A03-7E63-9AE2-0C130025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Contents:</a:t>
            </a:r>
          </a:p>
        </p:txBody>
      </p:sp>
      <p:sp>
        <p:nvSpPr>
          <p:cNvPr id="4" name="Content Placeholder 2">
            <a:hlinkClick r:id="rId2" action="ppaction://hlinksldjump"/>
            <a:extLst>
              <a:ext uri="{FF2B5EF4-FFF2-40B4-BE49-F238E27FC236}">
                <a16:creationId xmlns:a16="http://schemas.microsoft.com/office/drawing/2014/main" id="{D8B83A3C-3AE7-A44E-E63F-4A06BB129EF0}"/>
              </a:ext>
            </a:extLst>
          </p:cNvPr>
          <p:cNvSpPr txBox="1">
            <a:spLocks/>
          </p:cNvSpPr>
          <p:nvPr/>
        </p:nvSpPr>
        <p:spPr>
          <a:xfrm>
            <a:off x="6273800" y="1825625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II. How?</a:t>
            </a:r>
          </a:p>
        </p:txBody>
      </p:sp>
      <p:sp>
        <p:nvSpPr>
          <p:cNvPr id="5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A66DAFB0-5525-DA14-4F6C-6F965776D34B}"/>
              </a:ext>
            </a:extLst>
          </p:cNvPr>
          <p:cNvSpPr txBox="1">
            <a:spLocks/>
          </p:cNvSpPr>
          <p:nvPr/>
        </p:nvSpPr>
        <p:spPr>
          <a:xfrm>
            <a:off x="838200" y="3135312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III. Why?</a:t>
            </a:r>
          </a:p>
        </p:txBody>
      </p:sp>
      <p:sp>
        <p:nvSpPr>
          <p:cNvPr id="6" name="Content Placeholder 2">
            <a:hlinkClick r:id="rId4" action="ppaction://hlinksldjump"/>
            <a:extLst>
              <a:ext uri="{FF2B5EF4-FFF2-40B4-BE49-F238E27FC236}">
                <a16:creationId xmlns:a16="http://schemas.microsoft.com/office/drawing/2014/main" id="{6C4B20A7-F6FC-4947-9D19-1F70798CD7A9}"/>
              </a:ext>
            </a:extLst>
          </p:cNvPr>
          <p:cNvSpPr txBox="1">
            <a:spLocks/>
          </p:cNvSpPr>
          <p:nvPr/>
        </p:nvSpPr>
        <p:spPr>
          <a:xfrm>
            <a:off x="6273800" y="3135312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IV. When? </a:t>
            </a:r>
          </a:p>
        </p:txBody>
      </p:sp>
      <p:sp>
        <p:nvSpPr>
          <p:cNvPr id="9" name="Content Placeholder 2">
            <a:hlinkClick r:id="rId5" action="ppaction://hlinksldjump"/>
            <a:extLst>
              <a:ext uri="{FF2B5EF4-FFF2-40B4-BE49-F238E27FC236}">
                <a16:creationId xmlns:a16="http://schemas.microsoft.com/office/drawing/2014/main" id="{F60FFBAB-F365-B7FD-22CD-BE3C9B2CA0F3}"/>
              </a:ext>
            </a:extLst>
          </p:cNvPr>
          <p:cNvSpPr txBox="1">
            <a:spLocks/>
          </p:cNvSpPr>
          <p:nvPr/>
        </p:nvSpPr>
        <p:spPr>
          <a:xfrm>
            <a:off x="838200" y="4444999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V. SO?!</a:t>
            </a:r>
          </a:p>
        </p:txBody>
      </p:sp>
      <p:sp>
        <p:nvSpPr>
          <p:cNvPr id="10" name="Content Placeholder 2">
            <a:hlinkClick r:id="rId6" action="ppaction://hlinksldjump"/>
            <a:extLst>
              <a:ext uri="{FF2B5EF4-FFF2-40B4-BE49-F238E27FC236}">
                <a16:creationId xmlns:a16="http://schemas.microsoft.com/office/drawing/2014/main" id="{26378C3B-5C15-BBAD-8BE0-38E24662FD28}"/>
              </a:ext>
            </a:extLst>
          </p:cNvPr>
          <p:cNvSpPr txBox="1">
            <a:spLocks/>
          </p:cNvSpPr>
          <p:nvPr/>
        </p:nvSpPr>
        <p:spPr>
          <a:xfrm>
            <a:off x="6273800" y="4444999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VI. Outro!</a:t>
            </a:r>
          </a:p>
        </p:txBody>
      </p:sp>
      <p:sp>
        <p:nvSpPr>
          <p:cNvPr id="7" name="Content Placeholder 2">
            <a:hlinkClick r:id="rId7" action="ppaction://hlinksldjump"/>
            <a:extLst>
              <a:ext uri="{FF2B5EF4-FFF2-40B4-BE49-F238E27FC236}">
                <a16:creationId xmlns:a16="http://schemas.microsoft.com/office/drawing/2014/main" id="{129BA147-25A7-421F-B744-C394C30CBDC9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I. Intro!</a:t>
            </a:r>
          </a:p>
        </p:txBody>
      </p:sp>
    </p:spTree>
    <p:extLst>
      <p:ext uri="{BB962C8B-B14F-4D97-AF65-F5344CB8AC3E}">
        <p14:creationId xmlns:p14="http://schemas.microsoft.com/office/powerpoint/2010/main" val="2451751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ame 10">
            <a:extLst>
              <a:ext uri="{FF2B5EF4-FFF2-40B4-BE49-F238E27FC236}">
                <a16:creationId xmlns:a16="http://schemas.microsoft.com/office/drawing/2014/main" id="{0D6D9E3F-0F8E-13D8-23FA-6ECC336A3F52}"/>
              </a:ext>
            </a:extLst>
          </p:cNvPr>
          <p:cNvSpPr/>
          <p:nvPr/>
        </p:nvSpPr>
        <p:spPr>
          <a:xfrm>
            <a:off x="-9294329" y="-8114186"/>
            <a:ext cx="21814457" cy="20466995"/>
          </a:xfrm>
          <a:prstGeom prst="frame">
            <a:avLst>
              <a:gd name="adj1" fmla="val 473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09079F6-FAA7-D055-778D-CB501850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0" y="990600"/>
            <a:ext cx="8204199" cy="5468566"/>
          </a:xfrm>
        </p:spPr>
        <p:txBody>
          <a:bodyPr/>
          <a:lstStyle/>
          <a:p>
            <a:r>
              <a:rPr lang="en-US" dirty="0"/>
              <a:t>KQPP is a DIY pen plotter built using CNC and GRBL Firmware, which can draw or write any thing in </a:t>
            </a:r>
            <a:r>
              <a:rPr lang="en-US" dirty="0" err="1"/>
              <a:t>Gcode</a:t>
            </a:r>
            <a:r>
              <a:rPr lang="en-US" dirty="0"/>
              <a:t> format.</a:t>
            </a:r>
          </a:p>
        </p:txBody>
      </p:sp>
      <p:sp>
        <p:nvSpPr>
          <p:cNvPr id="2" name="Content Placeholder 2">
            <a:hlinkClick r:id="rId2" action="ppaction://hlinksldjump"/>
            <a:extLst>
              <a:ext uri="{FF2B5EF4-FFF2-40B4-BE49-F238E27FC236}">
                <a16:creationId xmlns:a16="http://schemas.microsoft.com/office/drawing/2014/main" id="{D7C10C50-ECAA-E84C-1078-B1FD5FB1F160}"/>
              </a:ext>
            </a:extLst>
          </p:cNvPr>
          <p:cNvSpPr txBox="1">
            <a:spLocks/>
          </p:cNvSpPr>
          <p:nvPr/>
        </p:nvSpPr>
        <p:spPr>
          <a:xfrm>
            <a:off x="6092938" y="515938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IV. When? </a:t>
            </a:r>
          </a:p>
        </p:txBody>
      </p:sp>
      <p:sp>
        <p:nvSpPr>
          <p:cNvPr id="4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91686775-6FB5-1773-5FD1-FE91C6B0F7E5}"/>
              </a:ext>
            </a:extLst>
          </p:cNvPr>
          <p:cNvSpPr txBox="1">
            <a:spLocks/>
          </p:cNvSpPr>
          <p:nvPr/>
        </p:nvSpPr>
        <p:spPr>
          <a:xfrm>
            <a:off x="7917150" y="495299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V. SO?!</a:t>
            </a:r>
          </a:p>
        </p:txBody>
      </p:sp>
      <p:sp>
        <p:nvSpPr>
          <p:cNvPr id="5" name="Content Placeholder 2">
            <a:hlinkClick r:id="rId4" action="ppaction://hlinksldjump"/>
            <a:extLst>
              <a:ext uri="{FF2B5EF4-FFF2-40B4-BE49-F238E27FC236}">
                <a16:creationId xmlns:a16="http://schemas.microsoft.com/office/drawing/2014/main" id="{041F28C8-FC0D-6165-2F2D-1F9D9F68600B}"/>
              </a:ext>
            </a:extLst>
          </p:cNvPr>
          <p:cNvSpPr txBox="1">
            <a:spLocks/>
          </p:cNvSpPr>
          <p:nvPr/>
        </p:nvSpPr>
        <p:spPr>
          <a:xfrm>
            <a:off x="2779141" y="523874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II. How?</a:t>
            </a:r>
          </a:p>
        </p:txBody>
      </p:sp>
      <p:sp>
        <p:nvSpPr>
          <p:cNvPr id="6" name="Content Placeholder 2">
            <a:hlinkClick r:id="rId5" action="ppaction://hlinksldjump"/>
            <a:extLst>
              <a:ext uri="{FF2B5EF4-FFF2-40B4-BE49-F238E27FC236}">
                <a16:creationId xmlns:a16="http://schemas.microsoft.com/office/drawing/2014/main" id="{F32378A7-680F-56FE-03F1-10DDACBD670E}"/>
              </a:ext>
            </a:extLst>
          </p:cNvPr>
          <p:cNvSpPr txBox="1">
            <a:spLocks/>
          </p:cNvSpPr>
          <p:nvPr/>
        </p:nvSpPr>
        <p:spPr>
          <a:xfrm>
            <a:off x="4436039" y="530714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III. Why?</a:t>
            </a:r>
          </a:p>
        </p:txBody>
      </p:sp>
      <p:sp>
        <p:nvSpPr>
          <p:cNvPr id="7" name="Content Placeholder 2">
            <a:hlinkClick r:id="rId6" action="ppaction://hlinksldjump"/>
            <a:extLst>
              <a:ext uri="{FF2B5EF4-FFF2-40B4-BE49-F238E27FC236}">
                <a16:creationId xmlns:a16="http://schemas.microsoft.com/office/drawing/2014/main" id="{EBEF13A0-C8FD-4E3D-34A6-C2A442462D8B}"/>
              </a:ext>
            </a:extLst>
          </p:cNvPr>
          <p:cNvSpPr txBox="1">
            <a:spLocks/>
          </p:cNvSpPr>
          <p:nvPr/>
        </p:nvSpPr>
        <p:spPr>
          <a:xfrm>
            <a:off x="9466550" y="515938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VI. Outro!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DC5AB5E-0687-FD1E-F415-F43FB8D4F19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/>
              <a:t>I. Intro!</a:t>
            </a:r>
          </a:p>
        </p:txBody>
      </p:sp>
      <p:sp>
        <p:nvSpPr>
          <p:cNvPr id="15" name="Arrow: Left 14">
            <a:hlinkClick r:id="rId7" action="ppaction://hlinksldjump"/>
            <a:extLst>
              <a:ext uri="{FF2B5EF4-FFF2-40B4-BE49-F238E27FC236}">
                <a16:creationId xmlns:a16="http://schemas.microsoft.com/office/drawing/2014/main" id="{418E74EF-7E1B-3668-360D-3B8F5162C903}"/>
              </a:ext>
            </a:extLst>
          </p:cNvPr>
          <p:cNvSpPr/>
          <p:nvPr/>
        </p:nvSpPr>
        <p:spPr>
          <a:xfrm>
            <a:off x="838200" y="6054904"/>
            <a:ext cx="1020277" cy="481263"/>
          </a:xfrm>
          <a:prstGeom prst="leftArrow">
            <a:avLst>
              <a:gd name="adj1" fmla="val 10000"/>
              <a:gd name="adj2" fmla="val 212000"/>
            </a:avLst>
          </a:prstGeom>
          <a:noFill/>
          <a:ln w="28575">
            <a:solidFill>
              <a:srgbClr val="8DA9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5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ame 22">
            <a:extLst>
              <a:ext uri="{FF2B5EF4-FFF2-40B4-BE49-F238E27FC236}">
                <a16:creationId xmlns:a16="http://schemas.microsoft.com/office/drawing/2014/main" id="{58E649D6-474C-5523-4760-34BF53F3F58E}"/>
              </a:ext>
            </a:extLst>
          </p:cNvPr>
          <p:cNvSpPr/>
          <p:nvPr/>
        </p:nvSpPr>
        <p:spPr>
          <a:xfrm>
            <a:off x="-3858729" y="-8114186"/>
            <a:ext cx="21814457" cy="20466995"/>
          </a:xfrm>
          <a:prstGeom prst="frame">
            <a:avLst>
              <a:gd name="adj1" fmla="val 473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B83A3C-3AE7-A44E-E63F-4A06BB129EF0}"/>
              </a:ext>
            </a:extLst>
          </p:cNvPr>
          <p:cNvSpPr txBox="1">
            <a:spLocks/>
          </p:cNvSpPr>
          <p:nvPr/>
        </p:nvSpPr>
        <p:spPr>
          <a:xfrm>
            <a:off x="6273800" y="1825625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/>
              <a:t>II. How?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F0D42BCE-C78F-8892-48A0-8208191D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0" y="2413000"/>
            <a:ext cx="10976043" cy="4020766"/>
          </a:xfrm>
        </p:spPr>
        <p:txBody>
          <a:bodyPr/>
          <a:lstStyle/>
          <a:p>
            <a:r>
              <a:rPr lang="en-US" dirty="0"/>
              <a:t>I built KQPP using a couple of cabinet drawers and basic wooden parts to mac the main shape and mechanism, and then I used Arduino uno and CNC shield with tow drivers connected to a stepper motor each for X and Y movement.</a:t>
            </a:r>
          </a:p>
        </p:txBody>
      </p:sp>
      <p:sp>
        <p:nvSpPr>
          <p:cNvPr id="5" name="Content Placeholder 2">
            <a:hlinkClick r:id="rId2" action="ppaction://hlinksldjump"/>
            <a:extLst>
              <a:ext uri="{FF2B5EF4-FFF2-40B4-BE49-F238E27FC236}">
                <a16:creationId xmlns:a16="http://schemas.microsoft.com/office/drawing/2014/main" id="{7D3BEBAF-A6E8-2BCA-2E11-3A55F8C26343}"/>
              </a:ext>
            </a:extLst>
          </p:cNvPr>
          <p:cNvSpPr txBox="1">
            <a:spLocks/>
          </p:cNvSpPr>
          <p:nvPr/>
        </p:nvSpPr>
        <p:spPr>
          <a:xfrm>
            <a:off x="6092938" y="515938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IV. When? </a:t>
            </a:r>
          </a:p>
        </p:txBody>
      </p:sp>
      <p:sp>
        <p:nvSpPr>
          <p:cNvPr id="6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7562C1D9-AE01-07A7-B6CF-4FDB0734FBEA}"/>
              </a:ext>
            </a:extLst>
          </p:cNvPr>
          <p:cNvSpPr txBox="1">
            <a:spLocks/>
          </p:cNvSpPr>
          <p:nvPr/>
        </p:nvSpPr>
        <p:spPr>
          <a:xfrm>
            <a:off x="7917150" y="495299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V. SO?!</a:t>
            </a:r>
          </a:p>
        </p:txBody>
      </p:sp>
      <p:sp>
        <p:nvSpPr>
          <p:cNvPr id="8" name="Content Placeholder 2">
            <a:hlinkClick r:id="rId4" action="ppaction://hlinksldjump"/>
            <a:extLst>
              <a:ext uri="{FF2B5EF4-FFF2-40B4-BE49-F238E27FC236}">
                <a16:creationId xmlns:a16="http://schemas.microsoft.com/office/drawing/2014/main" id="{B16A4111-D937-2CB3-7C2F-9AB137FFD75B}"/>
              </a:ext>
            </a:extLst>
          </p:cNvPr>
          <p:cNvSpPr txBox="1">
            <a:spLocks/>
          </p:cNvSpPr>
          <p:nvPr/>
        </p:nvSpPr>
        <p:spPr>
          <a:xfrm>
            <a:off x="4436039" y="530714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III. Why?</a:t>
            </a:r>
          </a:p>
        </p:txBody>
      </p:sp>
      <p:sp>
        <p:nvSpPr>
          <p:cNvPr id="9" name="Content Placeholder 2">
            <a:hlinkClick r:id="rId5" action="ppaction://hlinksldjump"/>
            <a:extLst>
              <a:ext uri="{FF2B5EF4-FFF2-40B4-BE49-F238E27FC236}">
                <a16:creationId xmlns:a16="http://schemas.microsoft.com/office/drawing/2014/main" id="{9FFDCAB6-F5C4-F973-74F4-3D6CA1F3361C}"/>
              </a:ext>
            </a:extLst>
          </p:cNvPr>
          <p:cNvSpPr txBox="1">
            <a:spLocks/>
          </p:cNvSpPr>
          <p:nvPr/>
        </p:nvSpPr>
        <p:spPr>
          <a:xfrm>
            <a:off x="9466550" y="515938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VI. Outro!</a:t>
            </a:r>
          </a:p>
        </p:txBody>
      </p:sp>
      <p:sp>
        <p:nvSpPr>
          <p:cNvPr id="10" name="Content Placeholder 2">
            <a:hlinkClick r:id="rId6" action="ppaction://hlinksldjump"/>
            <a:extLst>
              <a:ext uri="{FF2B5EF4-FFF2-40B4-BE49-F238E27FC236}">
                <a16:creationId xmlns:a16="http://schemas.microsoft.com/office/drawing/2014/main" id="{B3F27FDA-AC92-E40A-997E-E9E30068FC9A}"/>
              </a:ext>
            </a:extLst>
          </p:cNvPr>
          <p:cNvSpPr txBox="1">
            <a:spLocks/>
          </p:cNvSpPr>
          <p:nvPr/>
        </p:nvSpPr>
        <p:spPr>
          <a:xfrm>
            <a:off x="1225937" y="510075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I. Intro!</a:t>
            </a:r>
          </a:p>
        </p:txBody>
      </p:sp>
      <p:sp>
        <p:nvSpPr>
          <p:cNvPr id="11" name="Arrow: Left 10">
            <a:hlinkClick r:id="rId7" action="ppaction://hlinksldjump"/>
            <a:extLst>
              <a:ext uri="{FF2B5EF4-FFF2-40B4-BE49-F238E27FC236}">
                <a16:creationId xmlns:a16="http://schemas.microsoft.com/office/drawing/2014/main" id="{C4EB5234-86BD-0CB3-4B20-FC15F9A895B3}"/>
              </a:ext>
            </a:extLst>
          </p:cNvPr>
          <p:cNvSpPr/>
          <p:nvPr/>
        </p:nvSpPr>
        <p:spPr>
          <a:xfrm>
            <a:off x="838200" y="6054904"/>
            <a:ext cx="1020277" cy="481263"/>
          </a:xfrm>
          <a:prstGeom prst="leftArrow">
            <a:avLst>
              <a:gd name="adj1" fmla="val 10000"/>
              <a:gd name="adj2" fmla="val 212000"/>
            </a:avLst>
          </a:prstGeom>
          <a:noFill/>
          <a:ln w="28575">
            <a:solidFill>
              <a:srgbClr val="8DA9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55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ame 22">
            <a:extLst>
              <a:ext uri="{FF2B5EF4-FFF2-40B4-BE49-F238E27FC236}">
                <a16:creationId xmlns:a16="http://schemas.microsoft.com/office/drawing/2014/main" id="{58E649D6-474C-5523-4760-34BF53F3F58E}"/>
              </a:ext>
            </a:extLst>
          </p:cNvPr>
          <p:cNvSpPr/>
          <p:nvPr/>
        </p:nvSpPr>
        <p:spPr>
          <a:xfrm>
            <a:off x="-9125404" y="-6804499"/>
            <a:ext cx="21814457" cy="20466995"/>
          </a:xfrm>
          <a:prstGeom prst="frame">
            <a:avLst>
              <a:gd name="adj1" fmla="val 473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F0D42BCE-C78F-8892-48A0-8208191D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207" y="1712304"/>
            <a:ext cx="8278593" cy="4020766"/>
          </a:xfrm>
        </p:spPr>
        <p:txBody>
          <a:bodyPr>
            <a:normAutofit/>
          </a:bodyPr>
          <a:lstStyle/>
          <a:p>
            <a:r>
              <a:rPr lang="en-US" dirty="0"/>
              <a:t>KQPP is very useful when it comes to drawing pics with high amount and details using any of pen kinds.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2387E65-27DE-5F45-DBAC-637301415E79}"/>
              </a:ext>
            </a:extLst>
          </p:cNvPr>
          <p:cNvSpPr txBox="1">
            <a:spLocks/>
          </p:cNvSpPr>
          <p:nvPr/>
        </p:nvSpPr>
        <p:spPr>
          <a:xfrm>
            <a:off x="838200" y="3135312"/>
            <a:ext cx="1887250" cy="587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/>
              <a:t>III. Why?</a:t>
            </a:r>
          </a:p>
        </p:txBody>
      </p:sp>
      <p:sp>
        <p:nvSpPr>
          <p:cNvPr id="5" name="Content Placeholder 2">
            <a:hlinkClick r:id="rId2" action="ppaction://hlinksldjump"/>
            <a:extLst>
              <a:ext uri="{FF2B5EF4-FFF2-40B4-BE49-F238E27FC236}">
                <a16:creationId xmlns:a16="http://schemas.microsoft.com/office/drawing/2014/main" id="{6F4568D7-F03F-BC90-1B30-D26556C038DB}"/>
              </a:ext>
            </a:extLst>
          </p:cNvPr>
          <p:cNvSpPr txBox="1">
            <a:spLocks/>
          </p:cNvSpPr>
          <p:nvPr/>
        </p:nvSpPr>
        <p:spPr>
          <a:xfrm>
            <a:off x="6092938" y="515938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IV. When? </a:t>
            </a:r>
          </a:p>
        </p:txBody>
      </p:sp>
      <p:sp>
        <p:nvSpPr>
          <p:cNvPr id="6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B7CA307C-63AB-119A-333F-0FA1C8CDE20E}"/>
              </a:ext>
            </a:extLst>
          </p:cNvPr>
          <p:cNvSpPr txBox="1">
            <a:spLocks/>
          </p:cNvSpPr>
          <p:nvPr/>
        </p:nvSpPr>
        <p:spPr>
          <a:xfrm>
            <a:off x="7917150" y="495299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V. SO?!</a:t>
            </a:r>
          </a:p>
        </p:txBody>
      </p:sp>
      <p:sp>
        <p:nvSpPr>
          <p:cNvPr id="7" name="Content Placeholder 2">
            <a:hlinkClick r:id="rId4" action="ppaction://hlinksldjump"/>
            <a:extLst>
              <a:ext uri="{FF2B5EF4-FFF2-40B4-BE49-F238E27FC236}">
                <a16:creationId xmlns:a16="http://schemas.microsoft.com/office/drawing/2014/main" id="{2D3E48DC-70DE-82CC-2647-EAFF2B48B14B}"/>
              </a:ext>
            </a:extLst>
          </p:cNvPr>
          <p:cNvSpPr txBox="1">
            <a:spLocks/>
          </p:cNvSpPr>
          <p:nvPr/>
        </p:nvSpPr>
        <p:spPr>
          <a:xfrm>
            <a:off x="2779141" y="523874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II. How?</a:t>
            </a:r>
          </a:p>
        </p:txBody>
      </p:sp>
      <p:sp>
        <p:nvSpPr>
          <p:cNvPr id="9" name="Content Placeholder 2">
            <a:hlinkClick r:id="rId5" action="ppaction://hlinksldjump"/>
            <a:extLst>
              <a:ext uri="{FF2B5EF4-FFF2-40B4-BE49-F238E27FC236}">
                <a16:creationId xmlns:a16="http://schemas.microsoft.com/office/drawing/2014/main" id="{202B8C2F-CC06-B6B8-B455-AFF79D62433D}"/>
              </a:ext>
            </a:extLst>
          </p:cNvPr>
          <p:cNvSpPr txBox="1">
            <a:spLocks/>
          </p:cNvSpPr>
          <p:nvPr/>
        </p:nvSpPr>
        <p:spPr>
          <a:xfrm>
            <a:off x="9466550" y="515938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VI. Outro!</a:t>
            </a:r>
          </a:p>
        </p:txBody>
      </p:sp>
      <p:sp>
        <p:nvSpPr>
          <p:cNvPr id="10" name="Content Placeholder 2">
            <a:hlinkClick r:id="rId6" action="ppaction://hlinksldjump"/>
            <a:extLst>
              <a:ext uri="{FF2B5EF4-FFF2-40B4-BE49-F238E27FC236}">
                <a16:creationId xmlns:a16="http://schemas.microsoft.com/office/drawing/2014/main" id="{18189D2C-E366-E1D5-C85A-766B8A424222}"/>
              </a:ext>
            </a:extLst>
          </p:cNvPr>
          <p:cNvSpPr txBox="1">
            <a:spLocks/>
          </p:cNvSpPr>
          <p:nvPr/>
        </p:nvSpPr>
        <p:spPr>
          <a:xfrm>
            <a:off x="1225937" y="510075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I. Intro!</a:t>
            </a:r>
          </a:p>
        </p:txBody>
      </p:sp>
      <p:sp>
        <p:nvSpPr>
          <p:cNvPr id="11" name="Arrow: Left 10">
            <a:hlinkClick r:id="rId7" action="ppaction://hlinksldjump"/>
            <a:extLst>
              <a:ext uri="{FF2B5EF4-FFF2-40B4-BE49-F238E27FC236}">
                <a16:creationId xmlns:a16="http://schemas.microsoft.com/office/drawing/2014/main" id="{932EDA33-487B-4859-CA37-3FDF25EDA917}"/>
              </a:ext>
            </a:extLst>
          </p:cNvPr>
          <p:cNvSpPr/>
          <p:nvPr/>
        </p:nvSpPr>
        <p:spPr>
          <a:xfrm>
            <a:off x="838200" y="6054904"/>
            <a:ext cx="1020277" cy="481263"/>
          </a:xfrm>
          <a:prstGeom prst="leftArrow">
            <a:avLst>
              <a:gd name="adj1" fmla="val 10000"/>
              <a:gd name="adj2" fmla="val 212000"/>
            </a:avLst>
          </a:prstGeom>
          <a:noFill/>
          <a:ln w="28575">
            <a:solidFill>
              <a:srgbClr val="8DA9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58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ame 22">
            <a:extLst>
              <a:ext uri="{FF2B5EF4-FFF2-40B4-BE49-F238E27FC236}">
                <a16:creationId xmlns:a16="http://schemas.microsoft.com/office/drawing/2014/main" id="{58E649D6-474C-5523-4760-34BF53F3F58E}"/>
              </a:ext>
            </a:extLst>
          </p:cNvPr>
          <p:cNvSpPr/>
          <p:nvPr/>
        </p:nvSpPr>
        <p:spPr>
          <a:xfrm>
            <a:off x="-3639004" y="-6804499"/>
            <a:ext cx="21814457" cy="20466995"/>
          </a:xfrm>
          <a:prstGeom prst="frame">
            <a:avLst>
              <a:gd name="adj1" fmla="val 473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F0D42BCE-C78F-8892-48A0-8208191D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610704"/>
            <a:ext cx="5676900" cy="4020766"/>
          </a:xfrm>
        </p:spPr>
        <p:txBody>
          <a:bodyPr>
            <a:normAutofit/>
          </a:bodyPr>
          <a:lstStyle/>
          <a:p>
            <a:r>
              <a:rPr lang="en-US" dirty="0"/>
              <a:t>KQPP is not completely ready and it needs more optimizations and caliber in order to be as intended.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A838AC-A72D-B36F-7EDE-39B18A99C913}"/>
              </a:ext>
            </a:extLst>
          </p:cNvPr>
          <p:cNvSpPr txBox="1">
            <a:spLocks/>
          </p:cNvSpPr>
          <p:nvPr/>
        </p:nvSpPr>
        <p:spPr>
          <a:xfrm>
            <a:off x="6273800" y="3135312"/>
            <a:ext cx="2184400" cy="587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/>
              <a:t>IV. When? </a:t>
            </a:r>
          </a:p>
        </p:txBody>
      </p:sp>
      <p:sp>
        <p:nvSpPr>
          <p:cNvPr id="7" name="Content Placeholder 2">
            <a:hlinkClick r:id="rId2" action="ppaction://hlinksldjump"/>
            <a:extLst>
              <a:ext uri="{FF2B5EF4-FFF2-40B4-BE49-F238E27FC236}">
                <a16:creationId xmlns:a16="http://schemas.microsoft.com/office/drawing/2014/main" id="{C542FA57-B548-FDDF-9C90-5770E37C96AD}"/>
              </a:ext>
            </a:extLst>
          </p:cNvPr>
          <p:cNvSpPr txBox="1">
            <a:spLocks/>
          </p:cNvSpPr>
          <p:nvPr/>
        </p:nvSpPr>
        <p:spPr>
          <a:xfrm>
            <a:off x="7917150" y="495299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V. SO?!</a:t>
            </a:r>
          </a:p>
        </p:txBody>
      </p:sp>
      <p:sp>
        <p:nvSpPr>
          <p:cNvPr id="8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696DC1B8-B3EE-E808-0A2B-FC9400D32AC1}"/>
              </a:ext>
            </a:extLst>
          </p:cNvPr>
          <p:cNvSpPr txBox="1">
            <a:spLocks/>
          </p:cNvSpPr>
          <p:nvPr/>
        </p:nvSpPr>
        <p:spPr>
          <a:xfrm>
            <a:off x="2779141" y="523874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II. How?</a:t>
            </a:r>
          </a:p>
        </p:txBody>
      </p:sp>
      <p:sp>
        <p:nvSpPr>
          <p:cNvPr id="9" name="Content Placeholder 2">
            <a:hlinkClick r:id="rId4" action="ppaction://hlinksldjump"/>
            <a:extLst>
              <a:ext uri="{FF2B5EF4-FFF2-40B4-BE49-F238E27FC236}">
                <a16:creationId xmlns:a16="http://schemas.microsoft.com/office/drawing/2014/main" id="{1EFEC490-C87F-22D6-8055-46CFEFBEB664}"/>
              </a:ext>
            </a:extLst>
          </p:cNvPr>
          <p:cNvSpPr txBox="1">
            <a:spLocks/>
          </p:cNvSpPr>
          <p:nvPr/>
        </p:nvSpPr>
        <p:spPr>
          <a:xfrm>
            <a:off x="4436039" y="530714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III. Why?</a:t>
            </a:r>
          </a:p>
        </p:txBody>
      </p:sp>
      <p:sp>
        <p:nvSpPr>
          <p:cNvPr id="10" name="Content Placeholder 2">
            <a:hlinkClick r:id="rId5" action="ppaction://hlinksldjump"/>
            <a:extLst>
              <a:ext uri="{FF2B5EF4-FFF2-40B4-BE49-F238E27FC236}">
                <a16:creationId xmlns:a16="http://schemas.microsoft.com/office/drawing/2014/main" id="{97DF0849-08A7-EE93-3057-13C7ECFBC865}"/>
              </a:ext>
            </a:extLst>
          </p:cNvPr>
          <p:cNvSpPr txBox="1">
            <a:spLocks/>
          </p:cNvSpPr>
          <p:nvPr/>
        </p:nvSpPr>
        <p:spPr>
          <a:xfrm>
            <a:off x="9466550" y="515938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VI. Outro!</a:t>
            </a:r>
          </a:p>
        </p:txBody>
      </p:sp>
      <p:sp>
        <p:nvSpPr>
          <p:cNvPr id="11" name="Content Placeholder 2">
            <a:hlinkClick r:id="rId6" action="ppaction://hlinksldjump"/>
            <a:extLst>
              <a:ext uri="{FF2B5EF4-FFF2-40B4-BE49-F238E27FC236}">
                <a16:creationId xmlns:a16="http://schemas.microsoft.com/office/drawing/2014/main" id="{7C9A8394-510E-9774-32B6-DCD150CC3A3C}"/>
              </a:ext>
            </a:extLst>
          </p:cNvPr>
          <p:cNvSpPr txBox="1">
            <a:spLocks/>
          </p:cNvSpPr>
          <p:nvPr/>
        </p:nvSpPr>
        <p:spPr>
          <a:xfrm>
            <a:off x="1225937" y="510075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I. Intro!</a:t>
            </a:r>
          </a:p>
        </p:txBody>
      </p:sp>
      <p:sp>
        <p:nvSpPr>
          <p:cNvPr id="12" name="Arrow: Left 11">
            <a:hlinkClick r:id="rId7" action="ppaction://hlinksldjump"/>
            <a:extLst>
              <a:ext uri="{FF2B5EF4-FFF2-40B4-BE49-F238E27FC236}">
                <a16:creationId xmlns:a16="http://schemas.microsoft.com/office/drawing/2014/main" id="{8F6DDE0C-0BD1-69A8-E6C9-F940935D89E2}"/>
              </a:ext>
            </a:extLst>
          </p:cNvPr>
          <p:cNvSpPr/>
          <p:nvPr/>
        </p:nvSpPr>
        <p:spPr>
          <a:xfrm>
            <a:off x="838200" y="6054904"/>
            <a:ext cx="1020277" cy="481263"/>
          </a:xfrm>
          <a:prstGeom prst="leftArrow">
            <a:avLst>
              <a:gd name="adj1" fmla="val 10000"/>
              <a:gd name="adj2" fmla="val 212000"/>
            </a:avLst>
          </a:prstGeom>
          <a:noFill/>
          <a:ln w="28575">
            <a:solidFill>
              <a:srgbClr val="8DA9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58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ame 22">
            <a:extLst>
              <a:ext uri="{FF2B5EF4-FFF2-40B4-BE49-F238E27FC236}">
                <a16:creationId xmlns:a16="http://schemas.microsoft.com/office/drawing/2014/main" id="{58E649D6-474C-5523-4760-34BF53F3F58E}"/>
              </a:ext>
            </a:extLst>
          </p:cNvPr>
          <p:cNvSpPr/>
          <p:nvPr/>
        </p:nvSpPr>
        <p:spPr>
          <a:xfrm>
            <a:off x="-9290504" y="-5496399"/>
            <a:ext cx="21814457" cy="20466995"/>
          </a:xfrm>
          <a:prstGeom prst="frame">
            <a:avLst>
              <a:gd name="adj1" fmla="val 473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F0D42BCE-C78F-8892-48A0-8208191D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207" y="1712304"/>
            <a:ext cx="8278593" cy="4020766"/>
          </a:xfrm>
        </p:spPr>
        <p:txBody>
          <a:bodyPr>
            <a:normAutofit/>
          </a:bodyPr>
          <a:lstStyle/>
          <a:p>
            <a:r>
              <a:rPr lang="en-US" dirty="0"/>
              <a:t>KQPP is not a business project, and their are a lot of similar projects out there, but the challenge was to build it with the available parts and use alternatives.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CAA86A3-7DA6-18E7-51CA-5D243B20EA17}"/>
              </a:ext>
            </a:extLst>
          </p:cNvPr>
          <p:cNvSpPr txBox="1">
            <a:spLocks/>
          </p:cNvSpPr>
          <p:nvPr/>
        </p:nvSpPr>
        <p:spPr>
          <a:xfrm>
            <a:off x="838200" y="4444999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/>
              <a:t>V. SO?!</a:t>
            </a:r>
          </a:p>
        </p:txBody>
      </p:sp>
      <p:sp>
        <p:nvSpPr>
          <p:cNvPr id="6" name="Content Placeholder 2">
            <a:hlinkClick r:id="rId2" action="ppaction://hlinksldjump"/>
            <a:extLst>
              <a:ext uri="{FF2B5EF4-FFF2-40B4-BE49-F238E27FC236}">
                <a16:creationId xmlns:a16="http://schemas.microsoft.com/office/drawing/2014/main" id="{BC71EAAE-D3A2-2046-4489-705D686A98FC}"/>
              </a:ext>
            </a:extLst>
          </p:cNvPr>
          <p:cNvSpPr txBox="1">
            <a:spLocks/>
          </p:cNvSpPr>
          <p:nvPr/>
        </p:nvSpPr>
        <p:spPr>
          <a:xfrm>
            <a:off x="6092938" y="515938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IV. When? </a:t>
            </a:r>
          </a:p>
        </p:txBody>
      </p:sp>
      <p:sp>
        <p:nvSpPr>
          <p:cNvPr id="8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D6C73A16-B51B-B095-9447-DDB4D68CFAEB}"/>
              </a:ext>
            </a:extLst>
          </p:cNvPr>
          <p:cNvSpPr txBox="1">
            <a:spLocks/>
          </p:cNvSpPr>
          <p:nvPr/>
        </p:nvSpPr>
        <p:spPr>
          <a:xfrm>
            <a:off x="2779141" y="523874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II. How?</a:t>
            </a:r>
          </a:p>
        </p:txBody>
      </p:sp>
      <p:sp>
        <p:nvSpPr>
          <p:cNvPr id="9" name="Content Placeholder 2">
            <a:hlinkClick r:id="rId4" action="ppaction://hlinksldjump"/>
            <a:extLst>
              <a:ext uri="{FF2B5EF4-FFF2-40B4-BE49-F238E27FC236}">
                <a16:creationId xmlns:a16="http://schemas.microsoft.com/office/drawing/2014/main" id="{76118E87-B5E8-E0FB-3F03-803C1827B53A}"/>
              </a:ext>
            </a:extLst>
          </p:cNvPr>
          <p:cNvSpPr txBox="1">
            <a:spLocks/>
          </p:cNvSpPr>
          <p:nvPr/>
        </p:nvSpPr>
        <p:spPr>
          <a:xfrm>
            <a:off x="4436039" y="530714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III. Why?</a:t>
            </a:r>
          </a:p>
        </p:txBody>
      </p:sp>
      <p:sp>
        <p:nvSpPr>
          <p:cNvPr id="10" name="Content Placeholder 2">
            <a:hlinkClick r:id="rId5" action="ppaction://hlinksldjump"/>
            <a:extLst>
              <a:ext uri="{FF2B5EF4-FFF2-40B4-BE49-F238E27FC236}">
                <a16:creationId xmlns:a16="http://schemas.microsoft.com/office/drawing/2014/main" id="{13E8F651-1A2A-9EA7-D20A-9320D139A399}"/>
              </a:ext>
            </a:extLst>
          </p:cNvPr>
          <p:cNvSpPr txBox="1">
            <a:spLocks/>
          </p:cNvSpPr>
          <p:nvPr/>
        </p:nvSpPr>
        <p:spPr>
          <a:xfrm>
            <a:off x="9466550" y="515938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VI. Outro!</a:t>
            </a:r>
          </a:p>
        </p:txBody>
      </p:sp>
      <p:sp>
        <p:nvSpPr>
          <p:cNvPr id="11" name="Content Placeholder 2">
            <a:hlinkClick r:id="rId6" action="ppaction://hlinksldjump"/>
            <a:extLst>
              <a:ext uri="{FF2B5EF4-FFF2-40B4-BE49-F238E27FC236}">
                <a16:creationId xmlns:a16="http://schemas.microsoft.com/office/drawing/2014/main" id="{22FCF7CE-D684-2152-8E94-4321AEA897F6}"/>
              </a:ext>
            </a:extLst>
          </p:cNvPr>
          <p:cNvSpPr txBox="1">
            <a:spLocks/>
          </p:cNvSpPr>
          <p:nvPr/>
        </p:nvSpPr>
        <p:spPr>
          <a:xfrm>
            <a:off x="1225937" y="510075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I. Intro!</a:t>
            </a:r>
          </a:p>
        </p:txBody>
      </p:sp>
      <p:sp>
        <p:nvSpPr>
          <p:cNvPr id="12" name="Arrow: Left 11">
            <a:hlinkClick r:id="rId7" action="ppaction://hlinksldjump"/>
            <a:extLst>
              <a:ext uri="{FF2B5EF4-FFF2-40B4-BE49-F238E27FC236}">
                <a16:creationId xmlns:a16="http://schemas.microsoft.com/office/drawing/2014/main" id="{DAB2869D-E6C0-DAD3-A3A4-A8CE12309EDA}"/>
              </a:ext>
            </a:extLst>
          </p:cNvPr>
          <p:cNvSpPr/>
          <p:nvPr/>
        </p:nvSpPr>
        <p:spPr>
          <a:xfrm>
            <a:off x="838200" y="6054904"/>
            <a:ext cx="1020277" cy="481263"/>
          </a:xfrm>
          <a:prstGeom prst="leftArrow">
            <a:avLst>
              <a:gd name="adj1" fmla="val 10000"/>
              <a:gd name="adj2" fmla="val 212000"/>
            </a:avLst>
          </a:prstGeom>
          <a:noFill/>
          <a:ln w="28575">
            <a:solidFill>
              <a:srgbClr val="8DA9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96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ame 22">
            <a:extLst>
              <a:ext uri="{FF2B5EF4-FFF2-40B4-BE49-F238E27FC236}">
                <a16:creationId xmlns:a16="http://schemas.microsoft.com/office/drawing/2014/main" id="{58E649D6-474C-5523-4760-34BF53F3F58E}"/>
              </a:ext>
            </a:extLst>
          </p:cNvPr>
          <p:cNvSpPr/>
          <p:nvPr/>
        </p:nvSpPr>
        <p:spPr>
          <a:xfrm>
            <a:off x="-3689804" y="-5496399"/>
            <a:ext cx="21814457" cy="20466995"/>
          </a:xfrm>
          <a:prstGeom prst="frame">
            <a:avLst>
              <a:gd name="adj1" fmla="val 473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Content Placeholder 2">
            <a:hlinkClick r:id="rId2" action="ppaction://hlinksldjump"/>
            <a:extLst>
              <a:ext uri="{FF2B5EF4-FFF2-40B4-BE49-F238E27FC236}">
                <a16:creationId xmlns:a16="http://schemas.microsoft.com/office/drawing/2014/main" id="{EACC07C5-7D65-3642-766E-515ED5CF6C8B}"/>
              </a:ext>
            </a:extLst>
          </p:cNvPr>
          <p:cNvSpPr txBox="1">
            <a:spLocks/>
          </p:cNvSpPr>
          <p:nvPr/>
        </p:nvSpPr>
        <p:spPr>
          <a:xfrm>
            <a:off x="6092938" y="515938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IV. When? </a:t>
            </a:r>
          </a:p>
        </p:txBody>
      </p:sp>
      <p:sp>
        <p:nvSpPr>
          <p:cNvPr id="15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1616832A-F8DF-F8A2-693A-5B23849255F3}"/>
              </a:ext>
            </a:extLst>
          </p:cNvPr>
          <p:cNvSpPr txBox="1">
            <a:spLocks/>
          </p:cNvSpPr>
          <p:nvPr/>
        </p:nvSpPr>
        <p:spPr>
          <a:xfrm>
            <a:off x="7917150" y="495299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V. SO?!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F0D42BCE-C78F-8892-48A0-8208191D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1118089"/>
            <a:ext cx="9186222" cy="3306271"/>
          </a:xfrm>
        </p:spPr>
        <p:txBody>
          <a:bodyPr>
            <a:normAutofit fontScale="90000"/>
          </a:bodyPr>
          <a:lstStyle/>
          <a:p>
            <a:r>
              <a:rPr lang="en-US" dirty="0"/>
              <a:t>In the end I want to say, this was really fun to build and I have learned too much during tinkling with Arduino and electric components, and big thank to you Eng. Mohamed Al-</a:t>
            </a:r>
            <a:r>
              <a:rPr lang="en-US" dirty="0" err="1"/>
              <a:t>ramah</a:t>
            </a:r>
            <a:r>
              <a:rPr lang="en-US" dirty="0"/>
              <a:t> (Supervisor).</a:t>
            </a:r>
            <a:br>
              <a:rPr lang="en-US" dirty="0"/>
            </a:br>
            <a:r>
              <a:rPr lang="en-US" dirty="0"/>
              <a:t>Done by Khalil Alqisy (</a:t>
            </a:r>
            <a:r>
              <a:rPr lang="en-US" dirty="0">
                <a:solidFill>
                  <a:srgbClr val="0070C0"/>
                </a:solidFill>
              </a:rPr>
              <a:t>K</a:t>
            </a:r>
            <a:r>
              <a:rPr lang="en-US" dirty="0">
                <a:solidFill>
                  <a:srgbClr val="00B050"/>
                </a:solidFill>
              </a:rPr>
              <a:t>Q</a:t>
            </a:r>
            <a:r>
              <a:rPr lang="en-US" dirty="0">
                <a:solidFill>
                  <a:srgbClr val="FF0000"/>
                </a:solidFill>
              </a:rPr>
              <a:t>G</a:t>
            </a:r>
            <a:r>
              <a:rPr lang="en-US" dirty="0"/>
              <a:t>)</a:t>
            </a:r>
          </a:p>
        </p:txBody>
      </p:sp>
      <p:sp>
        <p:nvSpPr>
          <p:cNvPr id="25" name="Content Placeholder 2">
            <a:hlinkClick r:id="rId4" action="ppaction://hlinksldjump"/>
            <a:extLst>
              <a:ext uri="{FF2B5EF4-FFF2-40B4-BE49-F238E27FC236}">
                <a16:creationId xmlns:a16="http://schemas.microsoft.com/office/drawing/2014/main" id="{4289026D-9288-AA99-D06A-5D5F94BA5A7A}"/>
              </a:ext>
            </a:extLst>
          </p:cNvPr>
          <p:cNvSpPr txBox="1">
            <a:spLocks/>
          </p:cNvSpPr>
          <p:nvPr/>
        </p:nvSpPr>
        <p:spPr>
          <a:xfrm>
            <a:off x="2779141" y="523874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II. How?</a:t>
            </a:r>
          </a:p>
        </p:txBody>
      </p:sp>
      <p:sp>
        <p:nvSpPr>
          <p:cNvPr id="3" name="Content Placeholder 2">
            <a:hlinkClick r:id="rId5" action="ppaction://hlinksldjump"/>
            <a:extLst>
              <a:ext uri="{FF2B5EF4-FFF2-40B4-BE49-F238E27FC236}">
                <a16:creationId xmlns:a16="http://schemas.microsoft.com/office/drawing/2014/main" id="{4C138F8B-0A89-D981-ED77-5E2036E1A665}"/>
              </a:ext>
            </a:extLst>
          </p:cNvPr>
          <p:cNvSpPr txBox="1">
            <a:spLocks/>
          </p:cNvSpPr>
          <p:nvPr/>
        </p:nvSpPr>
        <p:spPr>
          <a:xfrm>
            <a:off x="4436039" y="530714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III. Why?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26CED1-0E70-689E-EDCC-5EDA81EAE1F8}"/>
              </a:ext>
            </a:extLst>
          </p:cNvPr>
          <p:cNvSpPr txBox="1">
            <a:spLocks/>
          </p:cNvSpPr>
          <p:nvPr/>
        </p:nvSpPr>
        <p:spPr>
          <a:xfrm>
            <a:off x="6273800" y="4444999"/>
            <a:ext cx="1879600" cy="587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/>
              <a:t>VI. Outro!</a:t>
            </a:r>
          </a:p>
        </p:txBody>
      </p:sp>
      <p:sp>
        <p:nvSpPr>
          <p:cNvPr id="8" name="Content Placeholder 2">
            <a:hlinkClick r:id="rId6" action="ppaction://hlinksldjump"/>
            <a:extLst>
              <a:ext uri="{FF2B5EF4-FFF2-40B4-BE49-F238E27FC236}">
                <a16:creationId xmlns:a16="http://schemas.microsoft.com/office/drawing/2014/main" id="{C32AC208-448F-E1C5-0E40-5E988387A594}"/>
              </a:ext>
            </a:extLst>
          </p:cNvPr>
          <p:cNvSpPr txBox="1">
            <a:spLocks/>
          </p:cNvSpPr>
          <p:nvPr/>
        </p:nvSpPr>
        <p:spPr>
          <a:xfrm>
            <a:off x="1225937" y="510075"/>
            <a:ext cx="15494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I. Intro!</a:t>
            </a:r>
          </a:p>
        </p:txBody>
      </p:sp>
      <p:sp>
        <p:nvSpPr>
          <p:cNvPr id="9" name="Arrow: Left 8">
            <a:hlinkClick r:id="rId7" action="ppaction://hlinksldjump"/>
            <a:extLst>
              <a:ext uri="{FF2B5EF4-FFF2-40B4-BE49-F238E27FC236}">
                <a16:creationId xmlns:a16="http://schemas.microsoft.com/office/drawing/2014/main" id="{FDC6CD8C-E914-B08B-1DB7-246DF591E6BA}"/>
              </a:ext>
            </a:extLst>
          </p:cNvPr>
          <p:cNvSpPr/>
          <p:nvPr/>
        </p:nvSpPr>
        <p:spPr>
          <a:xfrm>
            <a:off x="838200" y="6054904"/>
            <a:ext cx="1020277" cy="481263"/>
          </a:xfrm>
          <a:prstGeom prst="leftArrow">
            <a:avLst>
              <a:gd name="adj1" fmla="val 10000"/>
              <a:gd name="adj2" fmla="val 212000"/>
            </a:avLst>
          </a:prstGeom>
          <a:noFill/>
          <a:ln w="28575">
            <a:solidFill>
              <a:srgbClr val="8DA9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42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</TotalTime>
  <Words>360</Words>
  <Application>Microsoft Office PowerPoint</Application>
  <PresentationFormat>Widescreen</PresentationFormat>
  <Paragraphs>49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Contents:</vt:lpstr>
      <vt:lpstr>KQPP is a DIY pen plotter built using CNC and GRBL Firmware, which can draw or write any thing in Gcode format.</vt:lpstr>
      <vt:lpstr>I built KQPP using a couple of cabinet drawers and basic wooden parts to mac the main shape and mechanism, and then I used Arduino uno and CNC shield with tow drivers connected to a stepper motor each for X and Y movement.</vt:lpstr>
      <vt:lpstr>KQPP is very useful when it comes to drawing pics with high amount and details using any of pen kinds.</vt:lpstr>
      <vt:lpstr>KQPP is not completely ready and it needs more optimizations and caliber in order to be as intended.</vt:lpstr>
      <vt:lpstr>KQPP is not a business project, and their are a lot of similar projects out there, but the challenge was to build it with the available parts and use alternatives.</vt:lpstr>
      <vt:lpstr>In the end I want to say, this was really fun to build and I have learned too much during tinkling with Arduino and electric components, and big thank to you Eng. Mohamed Al-ramah (Supervisor). Done by Khalil Alqisy (KQG)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khalil alqisy</dc:creator>
  <cp:lastModifiedBy>khalil alqisy</cp:lastModifiedBy>
  <cp:revision>15</cp:revision>
  <dcterms:created xsi:type="dcterms:W3CDTF">2023-11-14T19:47:42Z</dcterms:created>
  <dcterms:modified xsi:type="dcterms:W3CDTF">2023-11-15T09:06:16Z</dcterms:modified>
</cp:coreProperties>
</file>